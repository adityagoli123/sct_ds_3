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IBMAttritionAnalyticsDashboard_17792704759610/IBMHRAnalyticsAttritionDashboard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A07687F7-8ED7-4BE8-B78E-547CBE6D6263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IBM Attrition Analytics 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F47C75B-6C6A-4FF6-90A8-11EB9150279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5/20/2026 11:52:10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Employees" id="2" name="slide2">
            <a:extLst>
              <a:ext uri="{FF2B5EF4-FFF2-40B4-BE49-F238E27FC236}">
                <a16:creationId xmlns:a16="http://schemas.microsoft.com/office/drawing/2014/main" id="{51534382-4601-46A0-B1D6-D0DB4F4EE7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" y="2975610"/>
            <a:ext cx="10241280" cy="90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ttrition count" id="3" name="slide3">
            <a:extLst>
              <a:ext uri="{FF2B5EF4-FFF2-40B4-BE49-F238E27FC236}">
                <a16:creationId xmlns:a16="http://schemas.microsoft.com/office/drawing/2014/main" id="{2B592BCA-8BFC-4653-ADF1-0CE9BBF325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" y="2987040"/>
            <a:ext cx="10241280" cy="8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ttrition Rate" id="4" name="slide4">
            <a:extLst>
              <a:ext uri="{FF2B5EF4-FFF2-40B4-BE49-F238E27FC236}">
                <a16:creationId xmlns:a16="http://schemas.microsoft.com/office/drawing/2014/main" id="{E9375E98-91BC-4169-83C3-36FAEB2CAE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" y="2979420"/>
            <a:ext cx="10241280" cy="89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p avg years in company" id="5" name="slide5">
            <a:extLst>
              <a:ext uri="{FF2B5EF4-FFF2-40B4-BE49-F238E27FC236}">
                <a16:creationId xmlns:a16="http://schemas.microsoft.com/office/drawing/2014/main" id="{7F31C325-9811-4C12-93A2-9EE5C8076DE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" y="2967990"/>
            <a:ext cx="10241280" cy="92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ployee Attrition by Department" id="6" name="slide6">
            <a:extLst>
              <a:ext uri="{FF2B5EF4-FFF2-40B4-BE49-F238E27FC236}">
                <a16:creationId xmlns:a16="http://schemas.microsoft.com/office/drawing/2014/main" id="{F53E1C81-9FCB-4893-A079-9E486FB4265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70" y="441960"/>
            <a:ext cx="10690860" cy="597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ployee Attrition by Age Group" id="7" name="slide7">
            <a:extLst>
              <a:ext uri="{FF2B5EF4-FFF2-40B4-BE49-F238E27FC236}">
                <a16:creationId xmlns:a16="http://schemas.microsoft.com/office/drawing/2014/main" id="{3F0616D8-E70B-4692-B1B1-604F96D3862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70" y="552450"/>
            <a:ext cx="10081260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p Attrition by Gender" id="8" name="slide8">
            <a:extLst>
              <a:ext uri="{FF2B5EF4-FFF2-40B4-BE49-F238E27FC236}">
                <a16:creationId xmlns:a16="http://schemas.microsoft.com/office/drawing/2014/main" id="{D524A02D-4794-40BA-A0A9-F515D0FFEE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90" y="441960"/>
            <a:ext cx="10218420" cy="597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Job satisfaction of attrition emp" id="9" name="slide9">
            <a:extLst>
              <a:ext uri="{FF2B5EF4-FFF2-40B4-BE49-F238E27FC236}">
                <a16:creationId xmlns:a16="http://schemas.microsoft.com/office/drawing/2014/main" id="{132EA605-BEED-4DF3-8A5C-B100E60828D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90" y="441960"/>
            <a:ext cx="10218420" cy="597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ertime impact on attriton emp" id="10" name="slide10">
            <a:extLst>
              <a:ext uri="{FF2B5EF4-FFF2-40B4-BE49-F238E27FC236}">
                <a16:creationId xmlns:a16="http://schemas.microsoft.com/office/drawing/2014/main" id="{C11724FE-754F-48DE-AEFA-90F904236CD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70" y="441960"/>
            <a:ext cx="10081260" cy="597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BM HR Analytics Attrition Dashboard" id="11" name="slide11">
            <a:extLst>
              <a:ext uri="{FF2B5EF4-FFF2-40B4-BE49-F238E27FC236}">
                <a16:creationId xmlns:a16="http://schemas.microsoft.com/office/drawing/2014/main" id="{3D0E7005-9D3A-468C-91D6-3F4FAE307EA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613410"/>
            <a:ext cx="10287000" cy="563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2026-05-20T11:52:10Z</dcterms:created>
  <dcterms:modified xsi:type="dcterms:W3CDTF">2026-05-20T11:52:10Z</dcterms:modified>
</cp:coreProperties>
</file>